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/>
              <a:t>Raw dies vs Interpolate vs Extrapolate</a:t>
            </a:r>
          </a:p>
          <a:p>
            <a:r>
              <a:rPr sz="1500"/>
              <a:t>Left: the raw measured dies only (no fill) — exactly what was tested.</a:t>
            </a:r>
          </a:p>
          <a:p>
            <a:r>
              <a:rPr sz="1500"/>
              <a:t>Middle: interpolate (fill within ~4 chips of a die; grey beyond).</a:t>
            </a:r>
          </a:p>
          <a:p>
            <a:r>
              <a:rPr sz="1500"/>
              <a:t>Right: extrapolate (nearest-fill the whole wafer).</a:t>
            </a:r>
          </a:p>
          <a:p>
            <a:r>
              <a:rPr sz="1500"/>
              <a:t>Colours = each parameter's spec zones (red / yellow / green).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B6CA_S8 1month    param=IG_N.HV_MIN    lot 1E633888 W02    4 dies / lot map 5    spec [-15, -9]</a:t>
            </a:r>
          </a:p>
        </p:txBody>
      </p:sp>
      <p:pic>
        <p:nvPicPr>
          <p:cNvPr id="3" name="Picture 2" descr="B6CA_S8_1month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749039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Raw dies (no fill)</a:t>
            </a:r>
          </a:p>
        </p:txBody>
      </p:sp>
      <p:pic>
        <p:nvPicPr>
          <p:cNvPr id="5" name="Picture 4" descr="B6CA_S8_1mont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097280"/>
            <a:ext cx="3749039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5112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Interpolate</a:t>
            </a:r>
          </a:p>
        </p:txBody>
      </p:sp>
      <p:pic>
        <p:nvPicPr>
          <p:cNvPr id="7" name="Picture 6" descr="B6CA_S8_1month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1097280"/>
            <a:ext cx="3749039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84464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Extrapolate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C5SOI_from 22 Aug to 30 Sep-2026-09-30-025436-820    param=VBD_MIS_C    lot PF639531 W18    65 dies / lot map 46    spec [31.4, 60.1]</a:t>
            </a:r>
          </a:p>
        </p:txBody>
      </p:sp>
      <p:pic>
        <p:nvPicPr>
          <p:cNvPr id="3" name="Picture 2" descr="C5SOI_from_22_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749039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Raw dies (no fill)</a:t>
            </a:r>
          </a:p>
        </p:txBody>
      </p:sp>
      <p:pic>
        <p:nvPicPr>
          <p:cNvPr id="5" name="Picture 4" descr="C5SOI_from_22_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097280"/>
            <a:ext cx="3749039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5112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Interpolate</a:t>
            </a:r>
          </a:p>
        </p:txBody>
      </p:sp>
      <p:pic>
        <p:nvPicPr>
          <p:cNvPr id="7" name="Picture 6" descr="C5SOI_from_22_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1097280"/>
            <a:ext cx="3749039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84464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Extrapolate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IGBT3HV_8 1month    param=RS_S1___4500V    lot VA625807 W08    4 dies / lot map 5    spec [4.55, 9.45]</a:t>
            </a:r>
          </a:p>
        </p:txBody>
      </p:sp>
      <p:pic>
        <p:nvPicPr>
          <p:cNvPr id="3" name="Picture 2" descr="IGBT3HV_8_1mon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749039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Raw dies (no fill)</a:t>
            </a:r>
          </a:p>
        </p:txBody>
      </p:sp>
      <p:pic>
        <p:nvPicPr>
          <p:cNvPr id="5" name="Picture 4" descr="IGBT3HV_8_1mon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097280"/>
            <a:ext cx="3749039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5112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Interpolate</a:t>
            </a:r>
          </a:p>
        </p:txBody>
      </p:sp>
      <p:pic>
        <p:nvPicPr>
          <p:cNvPr id="7" name="Picture 6" descr="B6CA_S8_1month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1097280"/>
            <a:ext cx="3749039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84464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Extrapolate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IGBT4 1month    param=GK.RC_M1/N+    lot VA646546 W19    4 dies / lot map 5    spec [0, 120]</a:t>
            </a:r>
          </a:p>
        </p:txBody>
      </p:sp>
      <p:pic>
        <p:nvPicPr>
          <p:cNvPr id="3" name="Picture 2" descr="IGBT4_1month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749039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Raw dies (no fill)</a:t>
            </a:r>
          </a:p>
        </p:txBody>
      </p:sp>
      <p:pic>
        <p:nvPicPr>
          <p:cNvPr id="5" name="Picture 4" descr="IGBT4_1mont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097280"/>
            <a:ext cx="3749039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5112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Interpolate</a:t>
            </a:r>
          </a:p>
        </p:txBody>
      </p:sp>
      <p:pic>
        <p:nvPicPr>
          <p:cNvPr id="7" name="Picture 6" descr="B6CA_S8_1month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1097280"/>
            <a:ext cx="3749039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84464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Extrapolate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SFET3_100_8 1month    param=DVT_VD__10U_100    lot 1F639745 W09    4 dies / lot map 10    spec [-0.5, 0.1]</a:t>
            </a:r>
          </a:p>
        </p:txBody>
      </p:sp>
      <p:pic>
        <p:nvPicPr>
          <p:cNvPr id="3" name="Picture 2" descr="SFET3_100_8_1m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749039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Raw dies (no fill)</a:t>
            </a:r>
          </a:p>
        </p:txBody>
      </p:sp>
      <p:pic>
        <p:nvPicPr>
          <p:cNvPr id="5" name="Picture 4" descr="SFET3_100_8_1m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097280"/>
            <a:ext cx="3749039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5112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Interpolate</a:t>
            </a:r>
          </a:p>
        </p:txBody>
      </p:sp>
      <p:pic>
        <p:nvPicPr>
          <p:cNvPr id="7" name="Picture 6" descr="B6CA_S8_1month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1097280"/>
            <a:ext cx="3749039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84464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Extrapolate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SPT5_60V_8 1month    param=ISAT_P.HV.POWER__2.5/60    lot 1E622890 W14    4 dies / lot map 10    spec [-0.00017, -7e-05]</a:t>
            </a:r>
          </a:p>
        </p:txBody>
      </p:sp>
      <p:pic>
        <p:nvPicPr>
          <p:cNvPr id="3" name="Picture 2" descr="SPT5_60V_8_1m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749039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Raw dies (no fill)</a:t>
            </a:r>
          </a:p>
        </p:txBody>
      </p:sp>
      <p:pic>
        <p:nvPicPr>
          <p:cNvPr id="5" name="Picture 4" descr="SPT5_60V_8_1mo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097280"/>
            <a:ext cx="3749039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5112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Interpolate</a:t>
            </a:r>
          </a:p>
        </p:txBody>
      </p:sp>
      <p:pic>
        <p:nvPicPr>
          <p:cNvPr id="7" name="Picture 6" descr="B6CA_S8_1month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1097280"/>
            <a:ext cx="3749039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84464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Extrapolate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